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7AD48E-B6C4-1EDC-C4B6-D35CA6E85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68245A0-0018-5253-BE0C-02D60486D6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3C34EA-8494-F923-A9DB-9A6E808FE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BD9F4-3568-BB4C-811F-F0145E7DF3DE}" type="datetimeFigureOut">
              <a:rPr lang="fr-FR" smtClean="0"/>
              <a:t>16/05/2025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AC4B5D-9AF0-C9C5-722E-0495CCC71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AF1C75-B098-10B4-1752-340F9BF8B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2B66D-2DBB-944C-89A2-F903314556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0698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64DBAE-8DAD-DA83-10EF-71ACE2577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3AB48B-85AE-E41D-FFF2-37D90EEAA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D3B1313-C835-E9BB-B44E-AF67CA7B4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BD9F4-3568-BB4C-811F-F0145E7DF3DE}" type="datetimeFigureOut">
              <a:rPr lang="fr-FR" smtClean="0"/>
              <a:t>16/05/2025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8935141-8C09-2027-A227-A72345F80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C3B6D2-C109-3B90-9AEB-7C1A5901C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2B66D-2DBB-944C-89A2-F903314556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753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F490D0-38F5-C770-EA14-1668499BB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80080F3-F9CB-0155-8CB0-D76FF357B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3CC93C-18A0-ADE9-A3CC-CCCB1CB78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BD9F4-3568-BB4C-811F-F0145E7DF3DE}" type="datetimeFigureOut">
              <a:rPr lang="fr-FR" smtClean="0"/>
              <a:t>16/05/2025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B6B6556-008A-E1E5-5FBE-5E96986C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786683-C119-9DD9-4452-A2A88A51E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2B66D-2DBB-944C-89A2-F903314556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818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5C42A4-F64F-27E2-C9D6-027AEB8DC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38BB8C1-09FC-ED11-DBA4-CA80C60E23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D00B19B-3F9A-4952-CBD4-04955CF601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BD57031-8C19-5E02-A599-91027B2E3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BD9F4-3568-BB4C-811F-F0145E7DF3DE}" type="datetimeFigureOut">
              <a:rPr lang="fr-FR" smtClean="0"/>
              <a:t>16/05/2025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D764CD2-AEED-AD45-A5DA-4C82E8C3C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61F5E99-8E98-E043-7BC6-767B3F37D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2B66D-2DBB-944C-89A2-F903314556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9640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40D882-3119-9A57-BEF7-38C055075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A5E779-91F3-E043-9946-7498AA1E8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14D5326-811D-DB22-1348-EF8DEB7F10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B2B108A-0E7F-5B77-FDD7-32BA266023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0D5DD6A-55BC-8911-7358-62BEBBA6CB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C4B1A3D-2E97-099E-7CA3-F8AFEA5E7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BD9F4-3568-BB4C-811F-F0145E7DF3DE}" type="datetimeFigureOut">
              <a:rPr lang="fr-FR" smtClean="0"/>
              <a:t>16/05/2025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B59666E-C901-E8FB-8863-A4D1E4FFF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BBCE8A5-DDA0-2E93-D74B-9D10836DD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2B66D-2DBB-944C-89A2-F903314556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3770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364359-5DED-2A77-4FED-041D4435A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338DF33-7D49-E89E-2B83-DECB238B0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BD9F4-3568-BB4C-811F-F0145E7DF3DE}" type="datetimeFigureOut">
              <a:rPr lang="fr-FR" smtClean="0"/>
              <a:t>16/05/2025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9EFB762-C5EF-7870-3F54-5A76186AA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2054268-F6EF-5B5F-97B4-60BA8C281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2B66D-2DBB-944C-89A2-F903314556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3769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449931F-3493-5DEC-D9F7-537B57606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BD9F4-3568-BB4C-811F-F0145E7DF3DE}" type="datetimeFigureOut">
              <a:rPr lang="fr-FR" smtClean="0"/>
              <a:t>16/05/2025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93E9644-3570-8653-F605-8549A248C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47B6FEE-3F84-B279-5A34-BC2DB5AB0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2B66D-2DBB-944C-89A2-F903314556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7362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6EF05C-8F48-9DF1-BEBA-B9D6BDF25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CD7FAD-926E-6BFE-C2CD-53E038FFA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46F2733-284B-4170-2D86-45DC4EAD9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052673-6276-D3B4-83E3-952A0FBB6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BD9F4-3568-BB4C-811F-F0145E7DF3DE}" type="datetimeFigureOut">
              <a:rPr lang="fr-FR" smtClean="0"/>
              <a:t>16/05/2025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998302E-ECCE-A646-7AC4-71AFC1134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1F2D8A8-7F1D-E390-DBF9-C65B2508A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2B66D-2DBB-944C-89A2-F903314556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1465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0683A7-8F71-883C-288C-1FBECCBCB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721976F-F82A-A54D-A33E-0146D40E08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63C4FAC-020B-3671-024D-DFD43E7A3A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1E516F9-BD41-71D3-D008-B9D6BBB05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BD9F4-3568-BB4C-811F-F0145E7DF3DE}" type="datetimeFigureOut">
              <a:rPr lang="fr-FR" smtClean="0"/>
              <a:t>16/05/2025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5F6112D-5346-D78E-54A7-AF6D45502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654FC66-62BC-FAB3-3F0F-6029803B2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2B66D-2DBB-944C-89A2-F903314556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4525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1FBB98-B0B6-426A-F0CA-FE1D54A55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CDBCF6E-1C06-F979-2520-113443CA6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003822-9459-8D72-ABFB-006E5F102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BD9F4-3568-BB4C-811F-F0145E7DF3DE}" type="datetimeFigureOut">
              <a:rPr lang="fr-FR" smtClean="0"/>
              <a:t>16/05/2025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61005A-E763-9C80-0126-F05A2A7A0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C5ECB34-43D4-5CBB-2085-ACCB2C624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2B66D-2DBB-944C-89A2-F903314556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1045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74AE760-AAEB-1010-A57C-5DE4C406A6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EE5321B-7782-A1C5-B2E0-616709CDC6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7E4440-43AD-C3D3-7913-6B0F05140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BD9F4-3568-BB4C-811F-F0145E7DF3DE}" type="datetimeFigureOut">
              <a:rPr lang="fr-FR" smtClean="0"/>
              <a:t>16/05/2025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2F781DC-ACB3-8979-C85A-781B56444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1C5001-55EF-911A-20A8-796716FB8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2B66D-2DBB-944C-89A2-F903314556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7302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88492B4-2517-56BC-C7F1-0709494D0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ABDA333-54F0-162A-EB4D-B87CD0914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D0574E7-8D3F-B654-43C9-5764D51F44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BBD9F4-3568-BB4C-811F-F0145E7DF3DE}" type="datetimeFigureOut">
              <a:rPr lang="fr-FR" smtClean="0"/>
              <a:t>16/05/2025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87A6A5-7706-7AA8-7506-4B458A5666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898688F-09B1-4B34-9CFE-5EA262D746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C2B66D-2DBB-944C-89A2-F903314556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6999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419BB7C-4793-FF06-4407-B9BEB425246B}"/>
              </a:ext>
            </a:extLst>
          </p:cNvPr>
          <p:cNvSpPr/>
          <p:nvPr/>
        </p:nvSpPr>
        <p:spPr>
          <a:xfrm>
            <a:off x="3560304" y="882870"/>
            <a:ext cx="6448247" cy="577017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noFill/>
            </a:endParaRPr>
          </a:p>
        </p:txBody>
      </p: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89AB5871-E9A1-3F7C-56BF-AEA6A5CA73E4}"/>
              </a:ext>
            </a:extLst>
          </p:cNvPr>
          <p:cNvGrpSpPr/>
          <p:nvPr/>
        </p:nvGrpSpPr>
        <p:grpSpPr>
          <a:xfrm>
            <a:off x="3667812" y="1850316"/>
            <a:ext cx="1896957" cy="905248"/>
            <a:chOff x="3694814" y="2140245"/>
            <a:chExt cx="1896957" cy="905248"/>
          </a:xfrm>
        </p:grpSpPr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A8C58ED5-6B8C-4864-4EB3-EEB5EE0E9665}"/>
                </a:ext>
              </a:extLst>
            </p:cNvPr>
            <p:cNvSpPr/>
            <p:nvPr/>
          </p:nvSpPr>
          <p:spPr>
            <a:xfrm>
              <a:off x="4683676" y="2145493"/>
              <a:ext cx="908095" cy="90000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 lnSpcReduction="10000"/>
            </a:bodyPr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Origin</a:t>
              </a:r>
            </a:p>
            <a:p>
              <a:pPr algn="ctr"/>
              <a:r>
                <a:rPr lang="fr-FR" dirty="0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332DF658-2EB1-C1D9-F271-BC8B5C336DD0}"/>
                </a:ext>
              </a:extLst>
            </p:cNvPr>
            <p:cNvSpPr/>
            <p:nvPr/>
          </p:nvSpPr>
          <p:spPr>
            <a:xfrm>
              <a:off x="3694814" y="2140245"/>
              <a:ext cx="908095" cy="90000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Forge</a:t>
              </a:r>
            </a:p>
          </p:txBody>
        </p:sp>
      </p:grp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9836F1DA-9A61-6DB9-71EB-02A3C8E38A9F}"/>
              </a:ext>
            </a:extLst>
          </p:cNvPr>
          <p:cNvSpPr/>
          <p:nvPr/>
        </p:nvSpPr>
        <p:spPr>
          <a:xfrm>
            <a:off x="3589649" y="992290"/>
            <a:ext cx="2052000" cy="1947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 err="1">
                <a:solidFill>
                  <a:schemeClr val="tx1"/>
                </a:solidFill>
              </a:rPr>
              <a:t>Development</a:t>
            </a:r>
            <a:endParaRPr lang="fr-FR" dirty="0">
              <a:solidFill>
                <a:schemeClr val="tx1"/>
              </a:solidFill>
            </a:endParaRPr>
          </a:p>
          <a:p>
            <a:pPr algn="ctr"/>
            <a:r>
              <a:rPr lang="fr-FR" dirty="0">
                <a:solidFill>
                  <a:schemeClr val="tx1"/>
                </a:solidFill>
              </a:rPr>
              <a:t>(Virtual) Sites</a:t>
            </a: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9293FC53-B0F3-7982-5569-48D02E189811}"/>
              </a:ext>
            </a:extLst>
          </p:cNvPr>
          <p:cNvSpPr/>
          <p:nvPr/>
        </p:nvSpPr>
        <p:spPr>
          <a:xfrm>
            <a:off x="7880031" y="992290"/>
            <a:ext cx="2052000" cy="194684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Software</a:t>
            </a:r>
          </a:p>
          <a:p>
            <a:pPr algn="ctr"/>
            <a:r>
              <a:rPr lang="fr-FR" dirty="0">
                <a:solidFill>
                  <a:schemeClr val="tx1"/>
                </a:solidFill>
              </a:rPr>
              <a:t>Versions</a:t>
            </a:r>
          </a:p>
        </p:txBody>
      </p: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19D66A15-1A81-157A-4E54-6D52326175FC}"/>
              </a:ext>
            </a:extLst>
          </p:cNvPr>
          <p:cNvGrpSpPr/>
          <p:nvPr/>
        </p:nvGrpSpPr>
        <p:grpSpPr>
          <a:xfrm>
            <a:off x="7957553" y="1837101"/>
            <a:ext cx="1896957" cy="905248"/>
            <a:chOff x="3694814" y="2140245"/>
            <a:chExt cx="1896957" cy="905248"/>
          </a:xfrm>
        </p:grpSpPr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50CC1B0B-B860-AEB2-FD56-D08FE3EB4292}"/>
                </a:ext>
              </a:extLst>
            </p:cNvPr>
            <p:cNvSpPr/>
            <p:nvPr/>
          </p:nvSpPr>
          <p:spPr>
            <a:xfrm>
              <a:off x="4683676" y="2145493"/>
              <a:ext cx="908095" cy="90000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r>
                <a:rPr lang="fr-FR" sz="1600" dirty="0" err="1">
                  <a:solidFill>
                    <a:schemeClr val="tx1"/>
                  </a:solidFill>
                </a:rPr>
                <a:t>Revision</a:t>
              </a:r>
              <a:endParaRPr lang="fr-FR" sz="1600" dirty="0">
                <a:solidFill>
                  <a:schemeClr val="tx1"/>
                </a:solidFill>
              </a:endParaRPr>
            </a:p>
            <a:p>
              <a:pPr algn="ctr"/>
              <a:r>
                <a:rPr lang="fr-FR" sz="1600" dirty="0">
                  <a:solidFill>
                    <a:schemeClr val="tx1"/>
                  </a:solidFill>
                </a:rPr>
                <a:t>RV</a:t>
              </a:r>
            </a:p>
          </p:txBody>
        </p:sp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FC594156-F6A8-CA3A-C08C-E5618BBADDAD}"/>
                </a:ext>
              </a:extLst>
            </p:cNvPr>
            <p:cNvSpPr/>
            <p:nvPr/>
          </p:nvSpPr>
          <p:spPr>
            <a:xfrm>
              <a:off x="3694814" y="2140245"/>
              <a:ext cx="908095" cy="90000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r>
                <a:rPr lang="fr-FR" sz="1700" dirty="0">
                  <a:solidFill>
                    <a:schemeClr val="tx1"/>
                  </a:solidFill>
                </a:rPr>
                <a:t>Release</a:t>
              </a:r>
            </a:p>
            <a:p>
              <a:pPr algn="ctr"/>
              <a:r>
                <a:rPr lang="fr-FR" sz="1700" dirty="0">
                  <a:solidFill>
                    <a:schemeClr val="tx1"/>
                  </a:solidFill>
                </a:rPr>
                <a:t>RL</a:t>
              </a:r>
            </a:p>
          </p:txBody>
        </p:sp>
      </p:grp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9C94B5B9-39CF-423F-6F1F-7B489998A3F6}"/>
              </a:ext>
            </a:extLst>
          </p:cNvPr>
          <p:cNvSpPr/>
          <p:nvPr/>
        </p:nvSpPr>
        <p:spPr>
          <a:xfrm>
            <a:off x="5734840" y="992290"/>
            <a:ext cx="2052000" cy="194684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Community</a:t>
            </a:r>
          </a:p>
          <a:p>
            <a:pPr algn="ctr"/>
            <a:r>
              <a:rPr lang="fr-FR" dirty="0" err="1">
                <a:solidFill>
                  <a:schemeClr val="tx1"/>
                </a:solidFill>
              </a:rPr>
              <a:t>Members</a:t>
            </a:r>
            <a:endParaRPr lang="fr-FR" dirty="0">
              <a:solidFill>
                <a:schemeClr val="tx1"/>
              </a:solidFill>
            </a:endParaRPr>
          </a:p>
        </p:txBody>
      </p: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E961B0F2-88D6-3B0E-4184-39C143892A2E}"/>
              </a:ext>
            </a:extLst>
          </p:cNvPr>
          <p:cNvGrpSpPr/>
          <p:nvPr/>
        </p:nvGrpSpPr>
        <p:grpSpPr>
          <a:xfrm>
            <a:off x="5812362" y="1845067"/>
            <a:ext cx="1896957" cy="905248"/>
            <a:chOff x="3694814" y="2140245"/>
            <a:chExt cx="1896957" cy="905248"/>
          </a:xfrm>
        </p:grpSpPr>
        <p:sp>
          <p:nvSpPr>
            <p:cNvPr id="41" name="Ellipse 40">
              <a:extLst>
                <a:ext uri="{FF2B5EF4-FFF2-40B4-BE49-F238E27FC236}">
                  <a16:creationId xmlns:a16="http://schemas.microsoft.com/office/drawing/2014/main" id="{9E84073D-712A-ADF8-476A-34EE18C02AAB}"/>
                </a:ext>
              </a:extLst>
            </p:cNvPr>
            <p:cNvSpPr/>
            <p:nvPr/>
          </p:nvSpPr>
          <p:spPr>
            <a:xfrm>
              <a:off x="4683676" y="2145493"/>
              <a:ext cx="908095" cy="90000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rmAutofit/>
            </a:bodyPr>
            <a:lstStyle/>
            <a:p>
              <a:pPr algn="ctr"/>
              <a:r>
                <a:rPr lang="fr-FR" sz="1500" dirty="0" err="1">
                  <a:solidFill>
                    <a:schemeClr val="tx1"/>
                  </a:solidFill>
                </a:rPr>
                <a:t>Commiter</a:t>
              </a:r>
              <a:endParaRPr lang="fr-FR" sz="1500" dirty="0">
                <a:solidFill>
                  <a:schemeClr val="tx1"/>
                </a:solidFill>
              </a:endParaRPr>
            </a:p>
          </p:txBody>
        </p:sp>
        <p:sp>
          <p:nvSpPr>
            <p:cNvPr id="42" name="Ellipse 41">
              <a:extLst>
                <a:ext uri="{FF2B5EF4-FFF2-40B4-BE49-F238E27FC236}">
                  <a16:creationId xmlns:a16="http://schemas.microsoft.com/office/drawing/2014/main" id="{BA43C6AF-7CD6-1184-DA4D-C29AF141C2C2}"/>
                </a:ext>
              </a:extLst>
            </p:cNvPr>
            <p:cNvSpPr/>
            <p:nvPr/>
          </p:nvSpPr>
          <p:spPr>
            <a:xfrm>
              <a:off x="3694814" y="2140245"/>
              <a:ext cx="908095" cy="90000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r>
                <a:rPr lang="fr-FR" dirty="0" err="1">
                  <a:solidFill>
                    <a:schemeClr val="tx1"/>
                  </a:solidFill>
                </a:rPr>
                <a:t>Author</a:t>
              </a:r>
              <a:endParaRPr lang="fr-FR" dirty="0">
                <a:solidFill>
                  <a:schemeClr val="tx1"/>
                </a:solidFill>
              </a:endParaRPr>
            </a:p>
          </p:txBody>
        </p:sp>
      </p:grpSp>
      <p:sp>
        <p:nvSpPr>
          <p:cNvPr id="44" name="Ellipse 43">
            <a:extLst>
              <a:ext uri="{FF2B5EF4-FFF2-40B4-BE49-F238E27FC236}">
                <a16:creationId xmlns:a16="http://schemas.microsoft.com/office/drawing/2014/main" id="{07053FD6-F448-1FF2-718E-E92A2D6B83C4}"/>
              </a:ext>
            </a:extLst>
          </p:cNvPr>
          <p:cNvSpPr/>
          <p:nvPr/>
        </p:nvSpPr>
        <p:spPr>
          <a:xfrm>
            <a:off x="3801129" y="4439467"/>
            <a:ext cx="720000" cy="72000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RL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3F225269-B84A-A053-8C72-F4540A022007}"/>
              </a:ext>
            </a:extLst>
          </p:cNvPr>
          <p:cNvSpPr/>
          <p:nvPr/>
        </p:nvSpPr>
        <p:spPr>
          <a:xfrm>
            <a:off x="6278220" y="3034900"/>
            <a:ext cx="720000" cy="72000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O</a:t>
            </a:r>
          </a:p>
        </p:txBody>
      </p:sp>
      <p:cxnSp>
        <p:nvCxnSpPr>
          <p:cNvPr id="85" name="Connecteur droit avec flèche 84">
            <a:extLst>
              <a:ext uri="{FF2B5EF4-FFF2-40B4-BE49-F238E27FC236}">
                <a16:creationId xmlns:a16="http://schemas.microsoft.com/office/drawing/2014/main" id="{09F690D9-4A3D-0E9B-D9D8-B9E9EF088D22}"/>
              </a:ext>
            </a:extLst>
          </p:cNvPr>
          <p:cNvCxnSpPr>
            <a:cxnSpLocks/>
            <a:stCxn id="43" idx="4"/>
            <a:endCxn id="44" idx="7"/>
          </p:cNvCxnSpPr>
          <p:nvPr/>
        </p:nvCxnSpPr>
        <p:spPr>
          <a:xfrm flipH="1">
            <a:off x="4415687" y="3754900"/>
            <a:ext cx="2222533" cy="790009"/>
          </a:xfrm>
          <a:prstGeom prst="straightConnector1">
            <a:avLst/>
          </a:prstGeom>
          <a:ln w="38100">
            <a:solidFill>
              <a:schemeClr val="tx1">
                <a:alpha val="67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Ellipse 98">
            <a:extLst>
              <a:ext uri="{FF2B5EF4-FFF2-40B4-BE49-F238E27FC236}">
                <a16:creationId xmlns:a16="http://schemas.microsoft.com/office/drawing/2014/main" id="{C344BBBC-80D9-8BF3-6411-81C15A86E1D9}"/>
              </a:ext>
            </a:extLst>
          </p:cNvPr>
          <p:cNvSpPr/>
          <p:nvPr/>
        </p:nvSpPr>
        <p:spPr>
          <a:xfrm>
            <a:off x="5060875" y="4439467"/>
            <a:ext cx="720000" cy="72000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RL</a:t>
            </a:r>
          </a:p>
        </p:txBody>
      </p:sp>
      <p:cxnSp>
        <p:nvCxnSpPr>
          <p:cNvPr id="100" name="Connecteur droit avec flèche 99">
            <a:extLst>
              <a:ext uri="{FF2B5EF4-FFF2-40B4-BE49-F238E27FC236}">
                <a16:creationId xmlns:a16="http://schemas.microsoft.com/office/drawing/2014/main" id="{3B44A587-3450-0F14-4164-D8AFDF2BDE9F}"/>
              </a:ext>
            </a:extLst>
          </p:cNvPr>
          <p:cNvCxnSpPr>
            <a:cxnSpLocks/>
            <a:stCxn id="43" idx="4"/>
            <a:endCxn id="99" idx="7"/>
          </p:cNvCxnSpPr>
          <p:nvPr/>
        </p:nvCxnSpPr>
        <p:spPr>
          <a:xfrm flipH="1">
            <a:off x="5675433" y="3754900"/>
            <a:ext cx="962787" cy="790009"/>
          </a:xfrm>
          <a:prstGeom prst="straightConnector1">
            <a:avLst/>
          </a:prstGeom>
          <a:ln w="38100">
            <a:solidFill>
              <a:schemeClr val="tx1">
                <a:alpha val="67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8" name="Groupe 127">
            <a:extLst>
              <a:ext uri="{FF2B5EF4-FFF2-40B4-BE49-F238E27FC236}">
                <a16:creationId xmlns:a16="http://schemas.microsoft.com/office/drawing/2014/main" id="{901CF1BF-E37E-B69B-3BC6-CB14ED718E7D}"/>
              </a:ext>
            </a:extLst>
          </p:cNvPr>
          <p:cNvGrpSpPr/>
          <p:nvPr/>
        </p:nvGrpSpPr>
        <p:grpSpPr>
          <a:xfrm rot="5400000">
            <a:off x="4734851" y="4602067"/>
            <a:ext cx="90000" cy="394800"/>
            <a:chOff x="2650273" y="2375210"/>
            <a:chExt cx="90000" cy="394800"/>
          </a:xfrm>
          <a:solidFill>
            <a:schemeClr val="bg2">
              <a:lumMod val="50000"/>
            </a:schemeClr>
          </a:solidFill>
        </p:grpSpPr>
        <p:sp>
          <p:nvSpPr>
            <p:cNvPr id="125" name="Ellipse 124">
              <a:extLst>
                <a:ext uri="{FF2B5EF4-FFF2-40B4-BE49-F238E27FC236}">
                  <a16:creationId xmlns:a16="http://schemas.microsoft.com/office/drawing/2014/main" id="{DA44922E-BA7A-1213-4D62-B3D73F2AB67A}"/>
                </a:ext>
              </a:extLst>
            </p:cNvPr>
            <p:cNvSpPr/>
            <p:nvPr/>
          </p:nvSpPr>
          <p:spPr>
            <a:xfrm>
              <a:off x="2650273" y="2375210"/>
              <a:ext cx="90000" cy="90000"/>
            </a:xfrm>
            <a:prstGeom prst="ellipse">
              <a:avLst/>
            </a:prstGeom>
            <a:grpFill/>
            <a:ln>
              <a:solidFill>
                <a:schemeClr val="bg1">
                  <a:alpha val="67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6" name="Ellipse 125">
              <a:extLst>
                <a:ext uri="{FF2B5EF4-FFF2-40B4-BE49-F238E27FC236}">
                  <a16:creationId xmlns:a16="http://schemas.microsoft.com/office/drawing/2014/main" id="{B68AE6AA-20B0-B6E9-5888-DC8DF838585C}"/>
                </a:ext>
              </a:extLst>
            </p:cNvPr>
            <p:cNvSpPr/>
            <p:nvPr/>
          </p:nvSpPr>
          <p:spPr>
            <a:xfrm>
              <a:off x="2650273" y="2527610"/>
              <a:ext cx="90000" cy="90000"/>
            </a:xfrm>
            <a:prstGeom prst="ellipse">
              <a:avLst/>
            </a:prstGeom>
            <a:grpFill/>
            <a:ln>
              <a:solidFill>
                <a:schemeClr val="bg1">
                  <a:alpha val="67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7" name="Ellipse 126">
              <a:extLst>
                <a:ext uri="{FF2B5EF4-FFF2-40B4-BE49-F238E27FC236}">
                  <a16:creationId xmlns:a16="http://schemas.microsoft.com/office/drawing/2014/main" id="{3992BF81-8232-DFE6-616C-99E44B45D9F4}"/>
                </a:ext>
              </a:extLst>
            </p:cNvPr>
            <p:cNvSpPr/>
            <p:nvPr/>
          </p:nvSpPr>
          <p:spPr>
            <a:xfrm>
              <a:off x="2650273" y="2680010"/>
              <a:ext cx="90000" cy="90000"/>
            </a:xfrm>
            <a:prstGeom prst="ellipse">
              <a:avLst/>
            </a:prstGeom>
            <a:grpFill/>
            <a:ln>
              <a:solidFill>
                <a:schemeClr val="bg1">
                  <a:alpha val="67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4" name="Ellipse 13">
            <a:extLst>
              <a:ext uri="{FF2B5EF4-FFF2-40B4-BE49-F238E27FC236}">
                <a16:creationId xmlns:a16="http://schemas.microsoft.com/office/drawing/2014/main" id="{2C1283E0-4E04-216B-3166-3B5850C364AB}"/>
              </a:ext>
            </a:extLst>
          </p:cNvPr>
          <p:cNvSpPr/>
          <p:nvPr/>
        </p:nvSpPr>
        <p:spPr>
          <a:xfrm>
            <a:off x="5987160" y="4439467"/>
            <a:ext cx="720000" cy="72000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RV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D8FC8D99-FF41-04ED-5823-FA83A30B0B69}"/>
              </a:ext>
            </a:extLst>
          </p:cNvPr>
          <p:cNvSpPr/>
          <p:nvPr/>
        </p:nvSpPr>
        <p:spPr>
          <a:xfrm>
            <a:off x="7224605" y="4439467"/>
            <a:ext cx="720000" cy="72000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RV</a:t>
            </a: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BDCD3139-2D48-99E0-AAB5-B827B3BFD520}"/>
              </a:ext>
            </a:extLst>
          </p:cNvPr>
          <p:cNvGrpSpPr/>
          <p:nvPr/>
        </p:nvGrpSpPr>
        <p:grpSpPr>
          <a:xfrm rot="5400000">
            <a:off x="6920882" y="4602067"/>
            <a:ext cx="90000" cy="394800"/>
            <a:chOff x="2650273" y="2375210"/>
            <a:chExt cx="90000" cy="394800"/>
          </a:xfrm>
          <a:solidFill>
            <a:schemeClr val="bg2">
              <a:lumMod val="50000"/>
            </a:schemeClr>
          </a:solidFill>
        </p:grpSpPr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3AAAAF52-5485-C646-5F40-9B4273DB5DFC}"/>
                </a:ext>
              </a:extLst>
            </p:cNvPr>
            <p:cNvSpPr/>
            <p:nvPr/>
          </p:nvSpPr>
          <p:spPr>
            <a:xfrm>
              <a:off x="2650273" y="2375210"/>
              <a:ext cx="90000" cy="90000"/>
            </a:xfrm>
            <a:prstGeom prst="ellipse">
              <a:avLst/>
            </a:prstGeom>
            <a:grpFill/>
            <a:ln>
              <a:solidFill>
                <a:schemeClr val="bg1">
                  <a:alpha val="67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F511BF2A-37D8-0A7F-F08E-03F0097C5AF4}"/>
                </a:ext>
              </a:extLst>
            </p:cNvPr>
            <p:cNvSpPr/>
            <p:nvPr/>
          </p:nvSpPr>
          <p:spPr>
            <a:xfrm>
              <a:off x="2650273" y="2527610"/>
              <a:ext cx="90000" cy="90000"/>
            </a:xfrm>
            <a:prstGeom prst="ellipse">
              <a:avLst/>
            </a:prstGeom>
            <a:grpFill/>
            <a:ln>
              <a:solidFill>
                <a:schemeClr val="bg1">
                  <a:alpha val="67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980C9957-772F-39CC-021F-67E49C18A8C9}"/>
                </a:ext>
              </a:extLst>
            </p:cNvPr>
            <p:cNvSpPr/>
            <p:nvPr/>
          </p:nvSpPr>
          <p:spPr>
            <a:xfrm>
              <a:off x="2650273" y="2680010"/>
              <a:ext cx="90000" cy="90000"/>
            </a:xfrm>
            <a:prstGeom prst="ellipse">
              <a:avLst/>
            </a:prstGeom>
            <a:grpFill/>
            <a:ln>
              <a:solidFill>
                <a:schemeClr val="bg1">
                  <a:alpha val="67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4EA481E0-3904-856F-EE3F-35344376A58B}"/>
              </a:ext>
            </a:extLst>
          </p:cNvPr>
          <p:cNvCxnSpPr>
            <a:cxnSpLocks/>
            <a:stCxn id="43" idx="4"/>
            <a:endCxn id="14" idx="0"/>
          </p:cNvCxnSpPr>
          <p:nvPr/>
        </p:nvCxnSpPr>
        <p:spPr>
          <a:xfrm flipH="1">
            <a:off x="6347160" y="3754900"/>
            <a:ext cx="291060" cy="684567"/>
          </a:xfrm>
          <a:prstGeom prst="straightConnector1">
            <a:avLst/>
          </a:prstGeom>
          <a:ln w="38100">
            <a:solidFill>
              <a:schemeClr val="tx1">
                <a:alpha val="67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B6C429DF-8904-66AE-18E5-EE526A1E8FD8}"/>
              </a:ext>
            </a:extLst>
          </p:cNvPr>
          <p:cNvCxnSpPr>
            <a:cxnSpLocks/>
            <a:stCxn id="43" idx="4"/>
            <a:endCxn id="15" idx="1"/>
          </p:cNvCxnSpPr>
          <p:nvPr/>
        </p:nvCxnSpPr>
        <p:spPr>
          <a:xfrm>
            <a:off x="6638220" y="3754900"/>
            <a:ext cx="691827" cy="790009"/>
          </a:xfrm>
          <a:prstGeom prst="straightConnector1">
            <a:avLst/>
          </a:prstGeom>
          <a:ln w="38100">
            <a:solidFill>
              <a:schemeClr val="tx1">
                <a:alpha val="67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Ellipse 53">
            <a:extLst>
              <a:ext uri="{FF2B5EF4-FFF2-40B4-BE49-F238E27FC236}">
                <a16:creationId xmlns:a16="http://schemas.microsoft.com/office/drawing/2014/main" id="{E3DC2BC6-EDC5-74FD-6BB3-24CE4AED779B}"/>
              </a:ext>
            </a:extLst>
          </p:cNvPr>
          <p:cNvSpPr/>
          <p:nvPr/>
        </p:nvSpPr>
        <p:spPr>
          <a:xfrm>
            <a:off x="4916253" y="3034900"/>
            <a:ext cx="720000" cy="72000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O</a:t>
            </a:r>
          </a:p>
        </p:txBody>
      </p:sp>
      <p:grpSp>
        <p:nvGrpSpPr>
          <p:cNvPr id="55" name="Groupe 54">
            <a:extLst>
              <a:ext uri="{FF2B5EF4-FFF2-40B4-BE49-F238E27FC236}">
                <a16:creationId xmlns:a16="http://schemas.microsoft.com/office/drawing/2014/main" id="{35CA7081-B6B3-2533-7414-4795EA065396}"/>
              </a:ext>
            </a:extLst>
          </p:cNvPr>
          <p:cNvGrpSpPr/>
          <p:nvPr/>
        </p:nvGrpSpPr>
        <p:grpSpPr>
          <a:xfrm rot="5400000">
            <a:off x="5895507" y="3197500"/>
            <a:ext cx="90000" cy="394800"/>
            <a:chOff x="2650273" y="2375210"/>
            <a:chExt cx="90000" cy="394800"/>
          </a:xfrm>
          <a:solidFill>
            <a:schemeClr val="bg2">
              <a:lumMod val="50000"/>
            </a:schemeClr>
          </a:solidFill>
        </p:grpSpPr>
        <p:sp>
          <p:nvSpPr>
            <p:cNvPr id="56" name="Ellipse 55">
              <a:extLst>
                <a:ext uri="{FF2B5EF4-FFF2-40B4-BE49-F238E27FC236}">
                  <a16:creationId xmlns:a16="http://schemas.microsoft.com/office/drawing/2014/main" id="{A45A3E6E-1468-C8F1-9564-724CB1354FE0}"/>
                </a:ext>
              </a:extLst>
            </p:cNvPr>
            <p:cNvSpPr/>
            <p:nvPr/>
          </p:nvSpPr>
          <p:spPr>
            <a:xfrm>
              <a:off x="2650273" y="2375210"/>
              <a:ext cx="90000" cy="90000"/>
            </a:xfrm>
            <a:prstGeom prst="ellipse">
              <a:avLst/>
            </a:prstGeom>
            <a:grpFill/>
            <a:ln>
              <a:solidFill>
                <a:schemeClr val="bg1">
                  <a:alpha val="67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7" name="Ellipse 56">
              <a:extLst>
                <a:ext uri="{FF2B5EF4-FFF2-40B4-BE49-F238E27FC236}">
                  <a16:creationId xmlns:a16="http://schemas.microsoft.com/office/drawing/2014/main" id="{90C114CB-CCB4-525A-1169-BBDB76A5F8DB}"/>
                </a:ext>
              </a:extLst>
            </p:cNvPr>
            <p:cNvSpPr/>
            <p:nvPr/>
          </p:nvSpPr>
          <p:spPr>
            <a:xfrm>
              <a:off x="2650273" y="2527610"/>
              <a:ext cx="90000" cy="90000"/>
            </a:xfrm>
            <a:prstGeom prst="ellipse">
              <a:avLst/>
            </a:prstGeom>
            <a:grpFill/>
            <a:ln>
              <a:solidFill>
                <a:schemeClr val="bg1">
                  <a:alpha val="67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0" name="Ellipse 59">
              <a:extLst>
                <a:ext uri="{FF2B5EF4-FFF2-40B4-BE49-F238E27FC236}">
                  <a16:creationId xmlns:a16="http://schemas.microsoft.com/office/drawing/2014/main" id="{78ED5AF6-898B-30A7-8C07-C8B7550E389D}"/>
                </a:ext>
              </a:extLst>
            </p:cNvPr>
            <p:cNvSpPr/>
            <p:nvPr/>
          </p:nvSpPr>
          <p:spPr>
            <a:xfrm>
              <a:off x="2650273" y="2680010"/>
              <a:ext cx="90000" cy="90000"/>
            </a:xfrm>
            <a:prstGeom prst="ellipse">
              <a:avLst/>
            </a:prstGeom>
            <a:grpFill/>
            <a:ln>
              <a:solidFill>
                <a:schemeClr val="bg1">
                  <a:alpha val="67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69" name="Ellipse 68">
            <a:extLst>
              <a:ext uri="{FF2B5EF4-FFF2-40B4-BE49-F238E27FC236}">
                <a16:creationId xmlns:a16="http://schemas.microsoft.com/office/drawing/2014/main" id="{48BE52A5-647F-4D15-4375-0E82104E1B64}"/>
              </a:ext>
            </a:extLst>
          </p:cNvPr>
          <p:cNvSpPr/>
          <p:nvPr/>
        </p:nvSpPr>
        <p:spPr>
          <a:xfrm>
            <a:off x="3804533" y="5769432"/>
            <a:ext cx="720000" cy="72000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RL</a:t>
            </a:r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68EE5C1D-839E-00C2-CD62-0C5A26CF0BF7}"/>
              </a:ext>
            </a:extLst>
          </p:cNvPr>
          <p:cNvSpPr/>
          <p:nvPr/>
        </p:nvSpPr>
        <p:spPr>
          <a:xfrm>
            <a:off x="5067650" y="5769432"/>
            <a:ext cx="720000" cy="72000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RV</a:t>
            </a:r>
          </a:p>
        </p:txBody>
      </p:sp>
      <p:cxnSp>
        <p:nvCxnSpPr>
          <p:cNvPr id="71" name="Connecteur droit avec flèche 70">
            <a:extLst>
              <a:ext uri="{FF2B5EF4-FFF2-40B4-BE49-F238E27FC236}">
                <a16:creationId xmlns:a16="http://schemas.microsoft.com/office/drawing/2014/main" id="{6023D8C5-DCD2-FA4C-B21A-E78ED2E70473}"/>
              </a:ext>
            </a:extLst>
          </p:cNvPr>
          <p:cNvCxnSpPr>
            <a:cxnSpLocks/>
            <a:stCxn id="44" idx="4"/>
            <a:endCxn id="69" idx="0"/>
          </p:cNvCxnSpPr>
          <p:nvPr/>
        </p:nvCxnSpPr>
        <p:spPr>
          <a:xfrm>
            <a:off x="4161129" y="5159467"/>
            <a:ext cx="3404" cy="609965"/>
          </a:xfrm>
          <a:prstGeom prst="straightConnector1">
            <a:avLst/>
          </a:prstGeom>
          <a:ln w="38100">
            <a:solidFill>
              <a:schemeClr val="tx1">
                <a:alpha val="67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avec flèche 73">
            <a:extLst>
              <a:ext uri="{FF2B5EF4-FFF2-40B4-BE49-F238E27FC236}">
                <a16:creationId xmlns:a16="http://schemas.microsoft.com/office/drawing/2014/main" id="{0AB749E9-2AEA-3EA2-A513-91BAB43907D9}"/>
              </a:ext>
            </a:extLst>
          </p:cNvPr>
          <p:cNvCxnSpPr>
            <a:cxnSpLocks/>
            <a:stCxn id="99" idx="4"/>
            <a:endCxn id="70" idx="0"/>
          </p:cNvCxnSpPr>
          <p:nvPr/>
        </p:nvCxnSpPr>
        <p:spPr>
          <a:xfrm>
            <a:off x="5420875" y="5159467"/>
            <a:ext cx="6775" cy="609965"/>
          </a:xfrm>
          <a:prstGeom prst="straightConnector1">
            <a:avLst/>
          </a:prstGeom>
          <a:ln w="38100">
            <a:solidFill>
              <a:schemeClr val="tx1">
                <a:alpha val="67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Ellipse 81">
            <a:extLst>
              <a:ext uri="{FF2B5EF4-FFF2-40B4-BE49-F238E27FC236}">
                <a16:creationId xmlns:a16="http://schemas.microsoft.com/office/drawing/2014/main" id="{97B613A3-7F02-475F-D68E-FC9564D26D8A}"/>
              </a:ext>
            </a:extLst>
          </p:cNvPr>
          <p:cNvSpPr/>
          <p:nvPr/>
        </p:nvSpPr>
        <p:spPr>
          <a:xfrm>
            <a:off x="5987160" y="5769432"/>
            <a:ext cx="720000" cy="72000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RV</a:t>
            </a:r>
          </a:p>
        </p:txBody>
      </p:sp>
      <p:sp>
        <p:nvSpPr>
          <p:cNvPr id="83" name="Ellipse 82">
            <a:extLst>
              <a:ext uri="{FF2B5EF4-FFF2-40B4-BE49-F238E27FC236}">
                <a16:creationId xmlns:a16="http://schemas.microsoft.com/office/drawing/2014/main" id="{92289390-4720-5AC2-A469-FC53067EA9B6}"/>
              </a:ext>
            </a:extLst>
          </p:cNvPr>
          <p:cNvSpPr/>
          <p:nvPr/>
        </p:nvSpPr>
        <p:spPr>
          <a:xfrm>
            <a:off x="7224605" y="5769432"/>
            <a:ext cx="720000" cy="72000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RV</a:t>
            </a:r>
          </a:p>
        </p:txBody>
      </p:sp>
      <p:grpSp>
        <p:nvGrpSpPr>
          <p:cNvPr id="84" name="Groupe 83">
            <a:extLst>
              <a:ext uri="{FF2B5EF4-FFF2-40B4-BE49-F238E27FC236}">
                <a16:creationId xmlns:a16="http://schemas.microsoft.com/office/drawing/2014/main" id="{D0627CB0-235B-9E14-1CCC-03490637EBA2}"/>
              </a:ext>
            </a:extLst>
          </p:cNvPr>
          <p:cNvGrpSpPr/>
          <p:nvPr/>
        </p:nvGrpSpPr>
        <p:grpSpPr>
          <a:xfrm rot="5400000">
            <a:off x="6920882" y="5932032"/>
            <a:ext cx="90000" cy="394800"/>
            <a:chOff x="2650273" y="2375210"/>
            <a:chExt cx="90000" cy="394800"/>
          </a:xfrm>
          <a:solidFill>
            <a:schemeClr val="bg2">
              <a:lumMod val="50000"/>
            </a:schemeClr>
          </a:solidFill>
        </p:grpSpPr>
        <p:sp>
          <p:nvSpPr>
            <p:cNvPr id="86" name="Ellipse 85">
              <a:extLst>
                <a:ext uri="{FF2B5EF4-FFF2-40B4-BE49-F238E27FC236}">
                  <a16:creationId xmlns:a16="http://schemas.microsoft.com/office/drawing/2014/main" id="{395B95CF-795F-B06B-80C2-29BE0A2C840A}"/>
                </a:ext>
              </a:extLst>
            </p:cNvPr>
            <p:cNvSpPr/>
            <p:nvPr/>
          </p:nvSpPr>
          <p:spPr>
            <a:xfrm>
              <a:off x="2650273" y="2375210"/>
              <a:ext cx="90000" cy="90000"/>
            </a:xfrm>
            <a:prstGeom prst="ellipse">
              <a:avLst/>
            </a:prstGeom>
            <a:grpFill/>
            <a:ln>
              <a:solidFill>
                <a:schemeClr val="bg1">
                  <a:alpha val="67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7" name="Ellipse 86">
              <a:extLst>
                <a:ext uri="{FF2B5EF4-FFF2-40B4-BE49-F238E27FC236}">
                  <a16:creationId xmlns:a16="http://schemas.microsoft.com/office/drawing/2014/main" id="{958AAB5E-B103-DC00-808E-D87441CB6613}"/>
                </a:ext>
              </a:extLst>
            </p:cNvPr>
            <p:cNvSpPr/>
            <p:nvPr/>
          </p:nvSpPr>
          <p:spPr>
            <a:xfrm>
              <a:off x="2650273" y="2527610"/>
              <a:ext cx="90000" cy="90000"/>
            </a:xfrm>
            <a:prstGeom prst="ellipse">
              <a:avLst/>
            </a:prstGeom>
            <a:grpFill/>
            <a:ln>
              <a:solidFill>
                <a:schemeClr val="bg1">
                  <a:alpha val="67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8" name="Ellipse 87">
              <a:extLst>
                <a:ext uri="{FF2B5EF4-FFF2-40B4-BE49-F238E27FC236}">
                  <a16:creationId xmlns:a16="http://schemas.microsoft.com/office/drawing/2014/main" id="{AA3246C7-0BD3-FC08-6661-75BBF7FB60B7}"/>
                </a:ext>
              </a:extLst>
            </p:cNvPr>
            <p:cNvSpPr/>
            <p:nvPr/>
          </p:nvSpPr>
          <p:spPr>
            <a:xfrm>
              <a:off x="2650273" y="2680010"/>
              <a:ext cx="90000" cy="90000"/>
            </a:xfrm>
            <a:prstGeom prst="ellipse">
              <a:avLst/>
            </a:prstGeom>
            <a:grpFill/>
            <a:ln>
              <a:solidFill>
                <a:schemeClr val="bg1">
                  <a:alpha val="67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89" name="Connecteur droit avec flèche 88">
            <a:extLst>
              <a:ext uri="{FF2B5EF4-FFF2-40B4-BE49-F238E27FC236}">
                <a16:creationId xmlns:a16="http://schemas.microsoft.com/office/drawing/2014/main" id="{12AD6E82-1AE8-5824-98AF-FD09D0E6D08A}"/>
              </a:ext>
            </a:extLst>
          </p:cNvPr>
          <p:cNvCxnSpPr>
            <a:cxnSpLocks/>
            <a:stCxn id="15" idx="4"/>
            <a:endCxn id="82" idx="7"/>
          </p:cNvCxnSpPr>
          <p:nvPr/>
        </p:nvCxnSpPr>
        <p:spPr>
          <a:xfrm flipH="1">
            <a:off x="6601718" y="5159467"/>
            <a:ext cx="982887" cy="715407"/>
          </a:xfrm>
          <a:prstGeom prst="straightConnector1">
            <a:avLst/>
          </a:prstGeom>
          <a:ln w="38100">
            <a:solidFill>
              <a:schemeClr val="tx1">
                <a:alpha val="67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droit avec flèche 91">
            <a:extLst>
              <a:ext uri="{FF2B5EF4-FFF2-40B4-BE49-F238E27FC236}">
                <a16:creationId xmlns:a16="http://schemas.microsoft.com/office/drawing/2014/main" id="{37A4023C-5E99-827B-3BCC-3E88BD35ACC6}"/>
              </a:ext>
            </a:extLst>
          </p:cNvPr>
          <p:cNvCxnSpPr>
            <a:cxnSpLocks/>
            <a:stCxn id="15" idx="4"/>
            <a:endCxn id="83" idx="0"/>
          </p:cNvCxnSpPr>
          <p:nvPr/>
        </p:nvCxnSpPr>
        <p:spPr>
          <a:xfrm>
            <a:off x="7584605" y="5159467"/>
            <a:ext cx="0" cy="609965"/>
          </a:xfrm>
          <a:prstGeom prst="straightConnector1">
            <a:avLst/>
          </a:prstGeom>
          <a:ln w="38100">
            <a:solidFill>
              <a:schemeClr val="tx1">
                <a:alpha val="67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Accolade fermante 97">
            <a:extLst>
              <a:ext uri="{FF2B5EF4-FFF2-40B4-BE49-F238E27FC236}">
                <a16:creationId xmlns:a16="http://schemas.microsoft.com/office/drawing/2014/main" id="{AED522B4-816C-D579-3BBA-2235C7D820ED}"/>
              </a:ext>
            </a:extLst>
          </p:cNvPr>
          <p:cNvSpPr/>
          <p:nvPr/>
        </p:nvSpPr>
        <p:spPr>
          <a:xfrm>
            <a:off x="7821940" y="4297996"/>
            <a:ext cx="831412" cy="2236040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6153CA3C-7F7B-8228-196F-AC2CC804E701}"/>
              </a:ext>
            </a:extLst>
          </p:cNvPr>
          <p:cNvSpPr txBox="1"/>
          <p:nvPr/>
        </p:nvSpPr>
        <p:spPr>
          <a:xfrm>
            <a:off x="8437897" y="4951078"/>
            <a:ext cx="1583881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fr-FR" dirty="0"/>
              <a:t>Native</a:t>
            </a:r>
          </a:p>
          <a:p>
            <a:pPr algn="ctr"/>
            <a:r>
              <a:rPr lang="fr-FR" dirty="0"/>
              <a:t>Temporal</a:t>
            </a:r>
          </a:p>
          <a:p>
            <a:pPr algn="ctr"/>
            <a:r>
              <a:rPr lang="fr-FR" dirty="0" err="1"/>
              <a:t>Attributes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50491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B9CCA5A9-7FD2-F659-1395-585812244A6F}"/>
              </a:ext>
            </a:extLst>
          </p:cNvPr>
          <p:cNvSpPr/>
          <p:nvPr/>
        </p:nvSpPr>
        <p:spPr>
          <a:xfrm>
            <a:off x="7826072" y="3987311"/>
            <a:ext cx="1114097" cy="57806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001</a:t>
            </a:r>
          </a:p>
          <a:p>
            <a:pPr algn="ctr"/>
            <a:r>
              <a:rPr lang="fr-FR" dirty="0">
                <a:solidFill>
                  <a:schemeClr val="tx1"/>
                </a:solidFill>
              </a:rPr>
              <a:t>40.63 %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D6356C2A-B7AE-B18A-B159-4E570E252086}"/>
              </a:ext>
            </a:extLst>
          </p:cNvPr>
          <p:cNvSpPr/>
          <p:nvPr/>
        </p:nvSpPr>
        <p:spPr>
          <a:xfrm>
            <a:off x="3852463" y="3876098"/>
            <a:ext cx="1114097" cy="57806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011</a:t>
            </a:r>
          </a:p>
          <a:p>
            <a:pPr algn="ctr"/>
            <a:r>
              <a:rPr lang="fr-FR" dirty="0">
                <a:solidFill>
                  <a:schemeClr val="tx1"/>
                </a:solidFill>
              </a:rPr>
              <a:t>7.71 %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FF948944-1E4F-C0DD-BB7E-5C5EE1407E37}"/>
              </a:ext>
            </a:extLst>
          </p:cNvPr>
          <p:cNvSpPr/>
          <p:nvPr/>
        </p:nvSpPr>
        <p:spPr>
          <a:xfrm>
            <a:off x="3852463" y="1838044"/>
            <a:ext cx="1114097" cy="57806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010</a:t>
            </a:r>
          </a:p>
          <a:p>
            <a:pPr algn="ctr"/>
            <a:r>
              <a:rPr lang="fr-FR" dirty="0">
                <a:solidFill>
                  <a:schemeClr val="tx1"/>
                </a:solidFill>
              </a:rPr>
              <a:t>31.00 %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4C94C4EC-369B-2EDC-DD60-909FDCCACD84}"/>
              </a:ext>
            </a:extLst>
          </p:cNvPr>
          <p:cNvSpPr/>
          <p:nvPr/>
        </p:nvSpPr>
        <p:spPr>
          <a:xfrm>
            <a:off x="5612948" y="2857071"/>
            <a:ext cx="1114097" cy="57806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111</a:t>
            </a:r>
          </a:p>
          <a:p>
            <a:pPr algn="ctr"/>
            <a:r>
              <a:rPr lang="fr-FR" dirty="0">
                <a:solidFill>
                  <a:schemeClr val="tx1"/>
                </a:solidFill>
              </a:rPr>
              <a:t>1.03 %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31D99BB0-8CC3-B120-F294-9F110F1F4C13}"/>
              </a:ext>
            </a:extLst>
          </p:cNvPr>
          <p:cNvSpPr/>
          <p:nvPr/>
        </p:nvSpPr>
        <p:spPr>
          <a:xfrm>
            <a:off x="7845548" y="1739185"/>
            <a:ext cx="1114097" cy="57806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000</a:t>
            </a:r>
          </a:p>
          <a:p>
            <a:pPr algn="ctr"/>
            <a:r>
              <a:rPr lang="fr-FR" dirty="0">
                <a:solidFill>
                  <a:schemeClr val="tx1"/>
                </a:solidFill>
              </a:rPr>
              <a:t>14.57 %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1C685190-2F58-001F-8FAA-40F017ADC503}"/>
              </a:ext>
            </a:extLst>
          </p:cNvPr>
          <p:cNvSpPr/>
          <p:nvPr/>
        </p:nvSpPr>
        <p:spPr>
          <a:xfrm>
            <a:off x="7845548" y="2857070"/>
            <a:ext cx="1114097" cy="57806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101</a:t>
            </a:r>
          </a:p>
          <a:p>
            <a:pPr algn="ctr"/>
            <a:r>
              <a:rPr lang="fr-FR" dirty="0">
                <a:solidFill>
                  <a:schemeClr val="tx1"/>
                </a:solidFill>
              </a:rPr>
              <a:t>5.07 %</a:t>
            </a:r>
          </a:p>
        </p:txBody>
      </p:sp>
      <p:cxnSp>
        <p:nvCxnSpPr>
          <p:cNvPr id="9" name="Connecteur en arc 8">
            <a:extLst>
              <a:ext uri="{FF2B5EF4-FFF2-40B4-BE49-F238E27FC236}">
                <a16:creationId xmlns:a16="http://schemas.microsoft.com/office/drawing/2014/main" id="{081F3A85-F22D-6325-DAA8-0BE9DC32B1F8}"/>
              </a:ext>
            </a:extLst>
          </p:cNvPr>
          <p:cNvCxnSpPr>
            <a:cxnSpLocks/>
            <a:stCxn id="4" idx="2"/>
            <a:endCxn id="5" idx="1"/>
          </p:cNvCxnSpPr>
          <p:nvPr/>
        </p:nvCxnSpPr>
        <p:spPr>
          <a:xfrm rot="16200000" flipH="1">
            <a:off x="4646234" y="2179391"/>
            <a:ext cx="729993" cy="1203436"/>
          </a:xfrm>
          <a:prstGeom prst="curvedConnector2">
            <a:avLst/>
          </a:prstGeom>
          <a:ln w="47625">
            <a:solidFill>
              <a:schemeClr val="dk1">
                <a:alpha val="67000"/>
              </a:schemeClr>
            </a:solidFill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Connecteur en arc 9">
            <a:extLst>
              <a:ext uri="{FF2B5EF4-FFF2-40B4-BE49-F238E27FC236}">
                <a16:creationId xmlns:a16="http://schemas.microsoft.com/office/drawing/2014/main" id="{1CFD91F6-26D8-5B36-5320-3C7C28470F9E}"/>
              </a:ext>
            </a:extLst>
          </p:cNvPr>
          <p:cNvCxnSpPr>
            <a:cxnSpLocks/>
            <a:stCxn id="4" idx="3"/>
            <a:endCxn id="7" idx="0"/>
          </p:cNvCxnSpPr>
          <p:nvPr/>
        </p:nvCxnSpPr>
        <p:spPr>
          <a:xfrm>
            <a:off x="4966560" y="2127079"/>
            <a:ext cx="3436037" cy="729991"/>
          </a:xfrm>
          <a:prstGeom prst="curvedConnector2">
            <a:avLst/>
          </a:prstGeom>
          <a:ln w="47625">
            <a:solidFill>
              <a:schemeClr val="dk1">
                <a:alpha val="67000"/>
              </a:schemeClr>
            </a:solidFill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necteur en arc 12">
            <a:extLst>
              <a:ext uri="{FF2B5EF4-FFF2-40B4-BE49-F238E27FC236}">
                <a16:creationId xmlns:a16="http://schemas.microsoft.com/office/drawing/2014/main" id="{4D686768-B76F-EC6F-C835-B6DC31E1121C}"/>
              </a:ext>
            </a:extLst>
          </p:cNvPr>
          <p:cNvCxnSpPr>
            <a:cxnSpLocks/>
            <a:stCxn id="3" idx="0"/>
            <a:endCxn id="5" idx="1"/>
          </p:cNvCxnSpPr>
          <p:nvPr/>
        </p:nvCxnSpPr>
        <p:spPr>
          <a:xfrm rot="5400000" flipH="1" flipV="1">
            <a:off x="4646234" y="2909384"/>
            <a:ext cx="729992" cy="1203436"/>
          </a:xfrm>
          <a:prstGeom prst="curvedConnector2">
            <a:avLst/>
          </a:prstGeom>
          <a:ln w="47625">
            <a:solidFill>
              <a:schemeClr val="dk1">
                <a:alpha val="67000"/>
              </a:schemeClr>
            </a:solidFill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Connecteur en arc 15">
            <a:extLst>
              <a:ext uri="{FF2B5EF4-FFF2-40B4-BE49-F238E27FC236}">
                <a16:creationId xmlns:a16="http://schemas.microsoft.com/office/drawing/2014/main" id="{71F35E0B-E28F-3228-0260-3ABAC5A938C6}"/>
              </a:ext>
            </a:extLst>
          </p:cNvPr>
          <p:cNvCxnSpPr>
            <a:cxnSpLocks/>
            <a:stCxn id="3" idx="3"/>
            <a:endCxn id="7" idx="2"/>
          </p:cNvCxnSpPr>
          <p:nvPr/>
        </p:nvCxnSpPr>
        <p:spPr>
          <a:xfrm flipV="1">
            <a:off x="4966560" y="3435139"/>
            <a:ext cx="3436037" cy="729994"/>
          </a:xfrm>
          <a:prstGeom prst="curvedConnector2">
            <a:avLst/>
          </a:prstGeom>
          <a:ln w="47625">
            <a:solidFill>
              <a:schemeClr val="dk1">
                <a:alpha val="67000"/>
              </a:schemeClr>
            </a:solidFill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necteur en arc 18">
            <a:extLst>
              <a:ext uri="{FF2B5EF4-FFF2-40B4-BE49-F238E27FC236}">
                <a16:creationId xmlns:a16="http://schemas.microsoft.com/office/drawing/2014/main" id="{DCA77CEF-E65A-6C5E-F04F-F47E3B408A2C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6727045" y="3146105"/>
            <a:ext cx="1118503" cy="1"/>
          </a:xfrm>
          <a:prstGeom prst="curvedConnector3">
            <a:avLst>
              <a:gd name="adj1" fmla="val 50000"/>
            </a:avLst>
          </a:prstGeom>
          <a:ln w="47625">
            <a:solidFill>
              <a:schemeClr val="dk1">
                <a:alpha val="67000"/>
              </a:schemeClr>
            </a:solidFill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Connecteur en arc 21">
            <a:extLst>
              <a:ext uri="{FF2B5EF4-FFF2-40B4-BE49-F238E27FC236}">
                <a16:creationId xmlns:a16="http://schemas.microsoft.com/office/drawing/2014/main" id="{6CBD3CFF-67D6-3E5E-0840-4FA1A1319EF7}"/>
              </a:ext>
            </a:extLst>
          </p:cNvPr>
          <p:cNvCxnSpPr>
            <a:cxnSpLocks/>
            <a:stCxn id="5" idx="3"/>
            <a:endCxn id="5" idx="2"/>
          </p:cNvCxnSpPr>
          <p:nvPr/>
        </p:nvCxnSpPr>
        <p:spPr>
          <a:xfrm flipH="1">
            <a:off x="6169997" y="3146106"/>
            <a:ext cx="557048" cy="289034"/>
          </a:xfrm>
          <a:prstGeom prst="curvedConnector4">
            <a:avLst>
              <a:gd name="adj1" fmla="val -41038"/>
              <a:gd name="adj2" fmla="val 179091"/>
            </a:avLst>
          </a:prstGeom>
          <a:ln w="47625">
            <a:solidFill>
              <a:schemeClr val="dk1">
                <a:alpha val="67000"/>
              </a:schemeClr>
            </a:solidFill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ZoneTexte 35">
            <a:extLst>
              <a:ext uri="{FF2B5EF4-FFF2-40B4-BE49-F238E27FC236}">
                <a16:creationId xmlns:a16="http://schemas.microsoft.com/office/drawing/2014/main" id="{75516E04-6901-2632-6290-E017FE9E2839}"/>
              </a:ext>
            </a:extLst>
          </p:cNvPr>
          <p:cNvSpPr txBox="1"/>
          <p:nvPr/>
        </p:nvSpPr>
        <p:spPr>
          <a:xfrm rot="21184506">
            <a:off x="5945373" y="4012708"/>
            <a:ext cx="1640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6</a:t>
            </a:r>
            <a:r>
              <a:rPr lang="fr-FR" dirty="0">
                <a:solidFill>
                  <a:schemeClr val="tx1"/>
                </a:solidFill>
              </a:rPr>
              <a:t>.11 %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4F7BC2F0-A510-CE3F-C8FD-4308DE11DF4F}"/>
              </a:ext>
            </a:extLst>
          </p:cNvPr>
          <p:cNvSpPr txBox="1"/>
          <p:nvPr/>
        </p:nvSpPr>
        <p:spPr>
          <a:xfrm rot="461356">
            <a:off x="5877386" y="1928658"/>
            <a:ext cx="1640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25</a:t>
            </a:r>
            <a:r>
              <a:rPr lang="fr-FR" dirty="0">
                <a:solidFill>
                  <a:schemeClr val="tx1"/>
                </a:solidFill>
              </a:rPr>
              <a:t>.90 %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C29FBC1D-689A-8AC4-F2A3-59514A96E9B1}"/>
              </a:ext>
            </a:extLst>
          </p:cNvPr>
          <p:cNvSpPr txBox="1"/>
          <p:nvPr/>
        </p:nvSpPr>
        <p:spPr>
          <a:xfrm rot="1800382">
            <a:off x="4138209" y="2596112"/>
            <a:ext cx="1640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13.25</a:t>
            </a:r>
            <a:r>
              <a:rPr lang="fr-FR" dirty="0">
                <a:solidFill>
                  <a:schemeClr val="tx1"/>
                </a:solidFill>
              </a:rPr>
              <a:t> %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AFB2A860-AF4E-26CC-C6EB-CF023C06F5A2}"/>
              </a:ext>
            </a:extLst>
          </p:cNvPr>
          <p:cNvSpPr txBox="1"/>
          <p:nvPr/>
        </p:nvSpPr>
        <p:spPr>
          <a:xfrm rot="19833445">
            <a:off x="4079847" y="3324650"/>
            <a:ext cx="1640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4.46</a:t>
            </a:r>
            <a:r>
              <a:rPr lang="fr-FR" dirty="0">
                <a:solidFill>
                  <a:schemeClr val="tx1"/>
                </a:solidFill>
              </a:rPr>
              <a:t> %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6969AF04-C66C-2FD6-0B03-AC6E6C0324A0}"/>
              </a:ext>
            </a:extLst>
          </p:cNvPr>
          <p:cNvSpPr txBox="1"/>
          <p:nvPr/>
        </p:nvSpPr>
        <p:spPr>
          <a:xfrm>
            <a:off x="6397110" y="2816961"/>
            <a:ext cx="1640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0.83 %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B38AF53E-1096-9578-2C87-23212224ADA2}"/>
              </a:ext>
            </a:extLst>
          </p:cNvPr>
          <p:cNvSpPr txBox="1"/>
          <p:nvPr/>
        </p:nvSpPr>
        <p:spPr>
          <a:xfrm rot="19588502">
            <a:off x="6214313" y="3454397"/>
            <a:ext cx="1640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0.99 %</a:t>
            </a:r>
          </a:p>
        </p:txBody>
      </p:sp>
    </p:spTree>
    <p:extLst>
      <p:ext uri="{BB962C8B-B14F-4D97-AF65-F5344CB8AC3E}">
        <p14:creationId xmlns:p14="http://schemas.microsoft.com/office/powerpoint/2010/main" val="417439189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727</TotalTime>
  <Words>61</Words>
  <Application>Microsoft Macintosh PowerPoint</Application>
  <PresentationFormat>Grand écran</PresentationFormat>
  <Paragraphs>46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guillaume rousseau</dc:creator>
  <cp:lastModifiedBy>guillaume rousseau</cp:lastModifiedBy>
  <cp:revision>22</cp:revision>
  <dcterms:created xsi:type="dcterms:W3CDTF">2024-07-17T11:25:04Z</dcterms:created>
  <dcterms:modified xsi:type="dcterms:W3CDTF">2025-05-16T09:40:40Z</dcterms:modified>
</cp:coreProperties>
</file>